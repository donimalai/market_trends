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Logistics: confirm timing with a full run-through including the live demo before presenting -- 12 content slides plus two live demo sections is tight for 20 minutes. Have a screenshot fallback ready (see README/docs) in case the live dashboard doesn't come up cleanly.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Logistics: same timing note as slide 6 -- rehearse this section live, keep a screenshot fallback handy.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10058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Users/rameshdurgappa/Github/mip/presentation/asset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016" y="12115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488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Intelligence Platform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188720" y="320040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ASX 200 market trend + RBA cash rate, for financially literate, non-technical bank management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88720" y="39776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Senior Data Analytics / BI Specialist (Data &amp; Analytics Engineering Lead), Associate Director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Macquarie Market Services — Post-Trade Transformation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88720" y="5989320"/>
            <a:ext cx="9811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github.com/donimalai/market_trends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Users/rameshdurgappa/Github/mip/presentation/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answered without reading a pipeline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961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role has two mandates: instrument how the business measures itself, and shape how analytics gets embedded into every product. </a:t>
            </a:r>
            <a:pPr algn="ctr"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case study is a compressed version of the first — the same thinking extends to the second.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EEF3FD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37360"/>
            <a:ext cx="104515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has ASX 200 market activity trended over the past 90 days, and is there anything we should be watching?”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313639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063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840480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moves and market swings don't always show up together right away — one view of both lets management catch a shift while it's still a line on a chart, not a headline.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98678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91363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840480" y="391363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Financially literate, non-technical bank management — one clear takeaway per chart, no jargon.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837176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76402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pairing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840480" y="476402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 cash rate + ASX 200 — the case study's own suggested pairing, and naturally fits a Sydney / Market Services context.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568756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56144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840480" y="561441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infrastructure, not a one-off report — instrumented, observable, built for self-service from day one, the same standard I'd hold a product to.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Platform  |  Case study — Data &amp; Analytics Engineering Lead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Users/rameshdurgappa/Github/mip/presentation/asset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→ Silver → Mart → Dashboard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961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walkthrough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21488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258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data/raw/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7512" y="265176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Parquet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(gitignored)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60320" y="2148840"/>
            <a:ext cx="256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816352" y="21488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16352" y="2258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raw.*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889504" y="265176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DuckDB load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load_date lineage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82312" y="2148840"/>
            <a:ext cx="256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038344" y="21488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38344" y="2258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silver.*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111496" y="265176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· deduped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DQ checks · quarantine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004304" y="2148840"/>
            <a:ext cx="256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260336" y="21488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0336" y="2258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curated.*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33488" y="265176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mart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(dim_date + facts)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226296" y="2148840"/>
            <a:ext cx="256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9482328" y="21488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82328" y="2258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555480" y="265176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Streamlit app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metrics_daily only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3977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EEF3FD"/>
          </a:solidFill>
          <a:ln/>
        </p:spPr>
      </p:sp>
      <p:sp>
        <p:nvSpPr>
          <p:cNvPr id="26" name="Text 23"/>
          <p:cNvSpPr/>
          <p:nvPr/>
        </p:nvSpPr>
        <p:spPr>
          <a:xfrm>
            <a:off x="777240" y="4142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separation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77240" y="4544568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is never pre-cleaned — every source column survives untouched, so a requirement change never means re-pulling data. Each layer re-runs and tests independently.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15968" y="3977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EEF3FD"/>
          </a:solidFill>
          <a:ln/>
        </p:spPr>
      </p:sp>
      <p:sp>
        <p:nvSpPr>
          <p:cNvPr id="29" name="Text 26"/>
          <p:cNvSpPr/>
          <p:nvPr/>
        </p:nvSpPr>
        <p:spPr>
          <a:xfrm>
            <a:off x="4544568" y="4142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544568" y="4544568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fails silently — every stage logs its outcome. Rows that fail a critical check are quarantined, with the exact reason, not dropped.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83296" y="3977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EEF3FD"/>
          </a:solidFill>
          <a:ln/>
        </p:spPr>
      </p:sp>
      <p:sp>
        <p:nvSpPr>
          <p:cNvPr id="32" name="Text 29"/>
          <p:cNvSpPr/>
          <p:nvPr/>
        </p:nvSpPr>
        <p:spPr>
          <a:xfrm>
            <a:off x="8311896" y="4142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approach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8311896" y="4544568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source follows one fixed pattern; DQ logging lives in two tables, not tribal knowledge; any schema change needs a written design doc before code.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Platform  |  Case study — Data &amp; Analytics Engineering Lead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Users/rameshdurgappa/Github/mip/presentation/asset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measures, each on purpose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961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decisions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59710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avg volume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trading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specified in the brief — chosen as a ~monthly convention: smooths noise, stays responsive.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of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Simplest “up or down” signal — deliberately the shortest window.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14-day volatility (ann.)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trading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one window the brief specifies explicitly.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14d vol vs. its own 90d avg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Self-relative, not fixed — flags regime shifts without an external baseline.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023360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749808" y="4169664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threshold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49808" y="4553712"/>
            <a:ext cx="3136392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≤ 1.5×   🟡 1.5–2.0×   🔴 &gt; 2.0×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its own 90-day trailing average volatility.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makes the call — not the reader.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25112" y="4023360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EEF3FD"/>
          </a:solidFill>
          <a:ln/>
        </p:spPr>
      </p:sp>
      <p:sp>
        <p:nvSpPr>
          <p:cNvPr id="11" name="Text 7"/>
          <p:cNvSpPr/>
          <p:nvPr/>
        </p:nvSpPr>
        <p:spPr>
          <a:xfrm>
            <a:off x="4526280" y="4169664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excluded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26280" y="4553712"/>
            <a:ext cx="3136392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CPI/inflation was evaluated as a second macro overlay and deliberately left out — the brief wants one macro series, and CPI's quarterly cadence doesn't suit a 90-day view.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01584" y="4023360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EEF3FD"/>
          </a:solidFill>
          <a:ln/>
        </p:spPr>
      </p:sp>
      <p:sp>
        <p:nvSpPr>
          <p:cNvPr id="14" name="Text 10"/>
          <p:cNvSpPr/>
          <p:nvPr/>
        </p:nvSpPr>
        <p:spPr>
          <a:xfrm>
            <a:off x="8302752" y="4169664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302752" y="4553712"/>
            <a:ext cx="3136392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documented where the brief was silent — e.g. the 20-day volume window, Cash Rate Target vs. Interbank rate. Full list in the Appendix, kept visible, not buried.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Platform  |  Case study — Data &amp; Analytics Engineering Lead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Users/rameshdurgappa/Github/mip/presentation/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silent failures, by design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961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approach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5087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1945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every run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4343400" y="15087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343400" y="21945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checks per run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(both datasets combined)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38160" y="14630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8138160" y="15087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138160" y="21945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caught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fixed while building this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3246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row moves through validation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7033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EF3FD"/>
          </a:solidFill>
          <a:ln w="19050">
            <a:solidFill>
              <a:srgbClr val="1E7E3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3858768"/>
            <a:ext cx="201168" cy="201168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38039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1520" y="4160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flagged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343400" y="37033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EF3FD"/>
          </a:solidFill>
          <a:ln w="19050">
            <a:solidFill>
              <a:srgbClr val="B26A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26280" y="3858768"/>
            <a:ext cx="201168" cy="201168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22" name="Text 19"/>
          <p:cNvSpPr/>
          <p:nvPr/>
        </p:nvSpPr>
        <p:spPr>
          <a:xfrm>
            <a:off x="4846320" y="38039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26280" y="4160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Flagged, kept — e.g. a missing business day (likely a holiday)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138160" y="37033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EF3FD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21040" y="3858768"/>
            <a:ext cx="201168" cy="20116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6" name="Text 23"/>
          <p:cNvSpPr/>
          <p:nvPr/>
        </p:nvSpPr>
        <p:spPr>
          <a:xfrm>
            <a:off x="8641080" y="38039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321040" y="4160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Quarantined, not dropped — held with the exact reason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8640" y="48920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bugs below were caught by checking real output — not by code review alone. Full detail: docs/ai_agent_process_log.md, Entry 9.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525780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BEAEA"/>
          </a:solidFill>
          <a:ln/>
        </p:spPr>
      </p:sp>
      <p:sp>
        <p:nvSpPr>
          <p:cNvPr id="30" name="Text 27"/>
          <p:cNvSpPr/>
          <p:nvPr/>
        </p:nvSpPr>
        <p:spPr>
          <a:xfrm>
            <a:off x="777240" y="53492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“Missing” miscounted as “out of range”:  </a:t>
            </a:r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value (today's not-yet-published rate) was flagged as implausible. Fixed by splitting the check in two.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quarantine table got the wrong column type:  </a:t>
            </a:r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pandas' dtype inference silently gave a text column an INTEGER type when 0 rows were quarantined — the common case. Caught via DESCRIBE, not the row count.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Platform  |  Case study — Data &amp; Analytics Engineering Lead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Users/rameshdurgappa/Github/mip/presentation/asset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the question directly — live demo now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961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 · Market overview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EF3FD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row + bottom-line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075688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close, 90-day change, range as a ±% band, and current volatility — plus one auto-generated sentence synthesizing all of it. Rule-based, not ML.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EF3F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activity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0" y="2075688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ASX 200 close price and volume, with a 20-day rolling average — outlier-capped y-axis so the trend isn't flattened by spikes.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EF3FD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8221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overlay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224528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ASX 200 and the RBA cash rate, each on its own axis in its own units — the rate as a step line, since it's genuinely constant between RBA decisions, not smoothly drifting.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365760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EF3FD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38221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signal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0" y="4224528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badge for today, plus a day-by-day history strip with an inline legend — “how long has it been this color” at a glance.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Platform  |  Case study — Data &amp; Analytics Engineering Lead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Users/rameshdurgappa/Github/mip/presentation/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DQ tables are the DQ dashboard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961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 · Data quality &amp; Appendix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1672" cy="2331720"/>
          </a:xfrm>
          <a:prstGeom prst="roundRect">
            <a:avLst>
              <a:gd name="adj" fmla="val 4706"/>
            </a:avLst>
          </a:prstGeom>
          <a:solidFill>
            <a:srgbClr val="EEF3FD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statistics &amp; quality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Colour-coded status badges (🟢/🟡/🔴/⚪) mapped directly from the pipeline's own logged status — nothing re-classified for display.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DQ trend chart across recent runs — evidence this is continuously monitored, not a one-off check.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worked quarantine example: one deliberately invalid row run through the real validation logic — proves the mechanism works by executing it, not just describing it. Labeled honestly as a synthetic test case; the real pipeline has quarantined 0 rows to date.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11091672" cy="1691640"/>
          </a:xfrm>
          <a:prstGeom prst="roundRect">
            <a:avLst>
              <a:gd name="adj" fmla="val 6486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1879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5720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plain-language explainer, written for both audiences — the exact formulas behind every KPI, why the macro overlay's cash rate is drawn as a step line rather than a straight interpolation, and precise definitions for every DQ status — all traceable to real table/function names, and kept in sync with docs/metric_definitions.md rather than re-explained twice.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Platform  |  Case study — Data &amp; Analytics Engineering Lead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Users/rameshdurgappa/Github/mip/presentation/asset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Caught, not assumed — and trusted where it earned it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961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reflection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BEAEA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1746504"/>
            <a:ext cx="182880" cy="1828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673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three-layer model was my call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5146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first working version was a simple two-layer raw → curated pipeline. I directed the split into raw, silver, and curated once the DQ spec needed an explicit layer to quarantine failed rows without touching raw.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822960" y="34564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“Raw” wasn't actually raw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377647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extractors were narrowing and renaming columns before writing to the raw layer — technically raw in name, not in fact. Caught on review, not agent self-catch; corrected to persist every source column untouched.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822960" y="47183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ran” ≠ “it worked”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2960" y="5038344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volatility signal computed with zero errors but was 0% populated. Caught by checking the actual row count, not just that nothing crashed — fixed with a properly sized lookback window.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245352" y="150876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EEF3FD"/>
          </a:solidFill>
          <a:ln/>
        </p:spPr>
      </p:sp>
      <p:sp>
        <p:nvSpPr>
          <p:cNvPr id="16" name="Shape 13"/>
          <p:cNvSpPr/>
          <p:nvPr/>
        </p:nvSpPr>
        <p:spPr>
          <a:xfrm>
            <a:off x="6501384" y="1746504"/>
            <a:ext cx="182880" cy="182880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17" name="Text 14"/>
          <p:cNvSpPr/>
          <p:nvPr/>
        </p:nvSpPr>
        <p:spPr>
          <a:xfrm>
            <a:off x="6793992" y="1673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19672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metric-definitions draft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19672" y="25146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as the starting point — including three open judgment calls the agent flagged rather than silently defaulting on (warm-up nulls, baseline averaging, annualisation convention). I decided each one myself.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6519672" y="34564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mart design doc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19672" y="377647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star-schema proposal, written before any code. Walked through two embedded judgment calls with the agent and approved it — not accepted blind, but the design itself needed no rework.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6519672" y="47183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handled hitting a wall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19672" y="5038344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sandbox limit blocked it mid-task, it stopped, said exactly what failed, and asked rather than guessing or quietly leaving a broken state — trusted as the default response, no correction needed.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turn-by-turn record: docs/ai_agent_process_log.md — 12 entries.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Platform  |  Case study — Data &amp; Analytics Engineering Lead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Users/rameshdurgappa/Github/mip/presentation/asset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the standard, stay hands-on where it's risky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961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standards — how I'd lead this with a team, not just delegate it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1298448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lead, I'm accountable for the standard: clear design up front, hands-on involvement where risk is highest, and guardrails that let analysts, engineers, and AI agents deliver safely at pace.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2130552"/>
            <a:ext cx="4882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2532888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data model, layer boundaries, metric definitions, and acceptance criteria before code starts. The raw/silver/curated split and every metric definition in this build were mine — decided before anyone touched implementation.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245352" y="196596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EEF3FD"/>
          </a:solidFill>
          <a:ln/>
        </p:spPr>
      </p:sp>
      <p:sp>
        <p:nvSpPr>
          <p:cNvPr id="11" name="Text 8"/>
          <p:cNvSpPr/>
          <p:nvPr/>
        </p:nvSpPr>
        <p:spPr>
          <a:xfrm>
            <a:off x="6501384" y="2130552"/>
            <a:ext cx="4882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engineer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01384" y="2532888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 co-build the highest-risk parts myself — source contracts, transformation logic, DQ controls, dashboard semantics. Here that meant directing the raw-fidelity fix and sizing the RAG lookback window myself, not just approving someone else's.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548640" y="393192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EEF3FD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4096512"/>
            <a:ext cx="4882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4672" y="4498848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outputs from analysts, engineers, and agents the same way — against correctness, real data, and definition-of-done — before anything is accepted. That bar is what caught two real DQ bugs and a signal that ran clean but returned zero rows.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245352" y="393192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6501384" y="4096512"/>
            <a:ext cx="4882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&amp; scale-enabler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01384" y="4498848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reusable patterns, design docs, and guardrails so the team delivers consistently without tribal knowledge. The design-doc-before-code gate is the onboarding artifact itself — it's also how I split ownership the moment a second contributor joined mid-build.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Platform  |  Case study — Data &amp; Analytics Engineering Lead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Users/rameshdurgappa/Github/mip/presentation/asset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961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more time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373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curated.fact_daily_long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560320"/>
            <a:ext cx="4892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flexible reporting layer, designed but not built. Wins the top spot because it unblocks every *future* dashboard request without more pipeline work — the highest-leverage thing left.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7373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0" y="20116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RBA meeting calendar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00800" y="2560320"/>
            <a:ext cx="4892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marks rate-change dates only. Wins second because markets can react to a hold's guidance too, not just a move — a real gap in the “anything to watch” story, cheap to close.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452628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EEF3FD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66344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Consciously left off the top two: real scheduling and hosted deployment. Both matter eventually, but this is a local case-study submission, not a production rollout yet — solving them now would be effort spent ahead of actual need.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Platform  |  Case study — Data &amp; Analytics Engineering Lead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Users/rameshdurgappa/Github/mip/presentation/asset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I've had to move people, not just data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961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stakeholder influence — beyond this case study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EEF3FD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1645920"/>
            <a:ext cx="4882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Bigtincan — legacy reporting migration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240280"/>
            <a:ext cx="4882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4672" y="2496312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Data mandated migrating legacy reporting to a modern BI platform on Databricks — 300+ customers globally, deadline forced by an expiring software licence.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3502152"/>
            <a:ext cx="4882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PUSHED FOR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04672" y="3758184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like-for-like migration. I proposed defining higher-level reporting requirements and a reusable data model instead — so customers could build new reports themselves, not wait on us to rebuild every existing one.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" y="4764024"/>
            <a:ext cx="4882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04672" y="5020056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Convinced the product team to trade migration speed for genuine self-serve capability.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45352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EEF3FD"/>
          </a:solidFill>
          <a:ln/>
        </p:spPr>
      </p:sp>
      <p:sp>
        <p:nvSpPr>
          <p:cNvPr id="15" name="Text 12"/>
          <p:cNvSpPr/>
          <p:nvPr/>
        </p:nvSpPr>
        <p:spPr>
          <a:xfrm>
            <a:off x="6501384" y="1645920"/>
            <a:ext cx="4882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— actuarial reserving automation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01384" y="2240280"/>
            <a:ext cx="4882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501384" y="2496312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driving automation of the actuarial reserving process across three product lines — general insurance, CTP, workers comp — each with different rules.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01384" y="3502152"/>
            <a:ext cx="4882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PUSHED FOR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501384" y="3758184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three bespoke solutions, defined a strategy for reusable components that work across all three, and worked the plan through with business stakeholders before any build started.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01384" y="4764024"/>
            <a:ext cx="4882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501384" y="5020056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architecture, three product lines, self-serve capability designed in from the start.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Platform  |  Case study — Data &amp; Analytics Engineering Lead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2996" y="5486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Users/rameshdurgappa/Github/mip/presentation/asset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8162" y="733806"/>
            <a:ext cx="452628" cy="452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standard, at scale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23317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metrics leaders actually use — not manual reporting.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71600" y="271576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built into every product from day one — not bolted on after.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3099816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drives decisions — not decorates them.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79476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questions, and a live look at the dashboard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4480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44805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github.com/donimalai/market_trends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4983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83280" y="49834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run_pipeline.py  &amp;&amp;  streamlit run src/dashboard/app.py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Platform  |  Case study — Data &amp; Analytics Engineering Lead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2026-07-25T12:49:13Z</dcterms:created>
  <dcterms:modified xsi:type="dcterms:W3CDTF">2026-07-25T12:49:13Z</dcterms:modified>
</cp:coreProperties>
</file>